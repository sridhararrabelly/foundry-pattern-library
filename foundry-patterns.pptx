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59" r:id="rId4"/>
    <p:sldId id="272" r:id="rId5"/>
    <p:sldId id="273" r:id="rId6"/>
    <p:sldId id="266" r:id="rId7"/>
    <p:sldId id="274" r:id="rId8"/>
    <p:sldId id="260" r:id="rId9"/>
    <p:sldId id="261" r:id="rId10"/>
    <p:sldId id="276" r:id="rId11"/>
    <p:sldId id="262" r:id="rId12"/>
    <p:sldId id="268" r:id="rId13"/>
    <p:sldId id="277" r:id="rId14"/>
    <p:sldId id="263" r:id="rId15"/>
    <p:sldId id="267" r:id="rId16"/>
    <p:sldId id="275" r:id="rId17"/>
    <p:sldId id="264" r:id="rId18"/>
    <p:sldId id="265" r:id="rId19"/>
    <p:sldId id="269" r:id="rId20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Microsoft Foundry Patterns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Runnable patterns for building, governing and operating agents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 patterns   ·   12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wedge: keep your gateway, keep your cloud — add the factory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budgets, routing across providers.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tracing, memory, caching and safety plane AROUND the models — exactly the depth a homegrown factory lacks.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1910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 PLANE — make the gateway the single front door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Wedge → AI Hub Gateway / Citadel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 (Prompt Shields + Content Safety)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FACTORY — build the agent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Service (prompt and hosted agent)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 (one governed MCP endpoint)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+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4819817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37719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 — make agents work together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orchestration (Agent Framework)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interop (MCP /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OPERATE &amp; OPTIMISE — run it in production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→ optimization (CI gate)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Cost &amp; latency (prompt cache + Model Router)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Twelve patterns in four groups. One slide, one live demo each.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Control plane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Make the gateway the single front door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Wedge → AI Hub Gateway / Citadel        ·        08  Governance / Prompt Shields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 → AI Hub Gateway / Citadel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Ships as AI Hub Gateway / Citadel (Foundry + APIM)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Governance (Prompt Shields + Content Safety)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factory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agent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Agent Service  ·  03  Microsoft IQ  ·  12  Toolboxes  ·  04  Agentic Loop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Service (prompt and hosted agent)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published as our own MCP API on APIM — the gateway authenticates the caller, holds the key and meters every tool call.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(MCP) — cited web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Foundry IQ — Azure AI Search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Work IQ — M365 org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— Business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Caller sends an Entra token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holds the Web IQ key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 grounding — one AI-Gateway endpoint, any agent or model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stays on APIM; callers authenticate with Entra and get metered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 four IQ layers — world, enterprise, org and business meaning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 (one governed MCP endpoint)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(build skills, not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(short-term + long-term)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Make agents work together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05  Multi-agent orchestration        ·        09  Cross-cloud interop (MCP / A2A)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orchestration (Agent Framework)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“Orchestrate specialists when the problem is genuinely parallel — not because a framework let you.”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fans out to two specialists concurrently; Compliance returns BLOCK, then aggregate.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orchestration (concurrent / sequential / handoff / Magentic)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Open, code-first (SK / AutoGen lineage), model-portable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guidance: default to Pattern 4; escalate when earned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(MCP / A2A)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5732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&amp; optimise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it in production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06  Observability   ·   07  Evaluation   ·   11  Cost &amp; latency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 (OpenTelemetry)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enable_tracing.py — agent 'rm-assistant-traced' + its trace in BOTH Foundry Tracing and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tokens · latency · cost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4169664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4169664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58000" y="4169664"/>
            <a:ext cx="3008376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cost + latency per span — observability &amp; FinOps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→ optimization (CI gate)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 the golden set locally AND in Foundry; a wrong 'suitable' tanks groundedness and the CI gate blocks the PR.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+ planted wrong row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tool-accuracy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Scores locally + uploads to the Foundry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 on every PR —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&amp; latency (prompt cache + Model Router)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Purview and Agent 365 across your estate.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