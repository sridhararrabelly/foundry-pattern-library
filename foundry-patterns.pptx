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4" r:id="rId8"/>
    <p:sldId id="260" r:id="rId9"/>
    <p:sldId id="261" r:id="rId10"/>
    <p:sldId id="276" r:id="rId11"/>
    <p:sldId id="262" r:id="rId12"/>
    <p:sldId id="268" r:id="rId13"/>
    <p:sldId id="277" r:id="rId14"/>
    <p:sldId id="263" r:id="rId15"/>
    <p:sldId id="267" r:id="rId16"/>
    <p:sldId id="275" r:id="rId17"/>
    <p:sldId id="264" r:id="rId18"/>
    <p:sldId id="265" r:id="rId19"/>
    <p:sldId id="269" r:id="rId20"/>
    <p:sldId id="270" r:id="rId21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From AI Gateway to AI Factory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Thirteen Microsoft Foundry patterns — alongside your existing gateway and cloud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Private Banking scenario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    ·    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13 patterns   ·   13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wedge: keep your gateway, keep your cloud — add the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1910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 PLANE — make the gateway the single front door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Wedge → AI Hub Gateway / Citadel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Governance / Prompt Shields / Content Safety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FACTORY — build the agent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Service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&amp;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819817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37719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 — make agents work together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(Agent Framework)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OPERATE &amp; OPTIMISE — run it in production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→ optimization (CI gate)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Caching &amp; Cost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 365 &amp; ROI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413241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Thirteen patterns in four groups. One slide, one live demo each.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Control plane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the gateway the single front door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Wedge → AI Hub Gateway / Citadel        ·        08  Governance / Prompt Shields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Wedge → AI Hub Gateway / Citadel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Ships as AI Hub Gateway / Citadel (Foundry + APIM)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Governance / Prompt Shields / Content Safety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factory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agent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Agent Service  ·  03  Microsoft IQ  ·  13  Toolboxes  ·  04  Agentic Loop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Service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published as our own MCP API on APIM — the gateway authenticates the caller, holds the key and meters every tool call.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(MCP) — cited web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Foundry IQ — Azure AI Search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Work IQ — M365 org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— Business context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Caller sends an Entra token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holds the Web IQ key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 grounding — one AI-Gateway endpoint, any agent or model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stays on APIM; callers authenticate with Entra and get metered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 four IQ layers — world, enterprise, org and business meaning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— Build Skills, Not Agents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— agents that remember the client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Make agents work together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05  Multi-agent orchestration        ·        09  Cross-cloud interop (MCP / A2A)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Orchestration (Agent Framework)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“Orchestrate specialists when the problem is genuinely parallel — not because a framework let you.”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fans out to two specialists concurrently; Compliance returns BLOCK, then aggregate.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orchestration (concurrent / sequential / handoff / Magentic)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Open, code-first (SK / AutoGen lineage), model-portable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guidance: default to Pattern 4; escalate when earned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— bring your other cloud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&amp; optimise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it in production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06  Observability   ·   07  Evaluation   ·   11  Caching &amp; Cost   ·   12  Agent 365 &amp; ROI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enable_tracing.py — agent 'rm-assistant-traced' + its trace in BOTH Foundry Tracing and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tokens · latency · cost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370832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370832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4169664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4169664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58000" y="4169664"/>
            <a:ext cx="3008376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cost + latency per span — observability &amp; FinOps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→ Optimization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 the golden set locally AND in Foundry; a wrong 'suitable' tanks groundedness and the CI gate blocks the PR.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+ planted wrong row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tool-accuracy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Scores locally + uploads to the Foundry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 on every PR —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Caching &amp; Cost — prompt cache + Model Router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365 &amp; ROI — govern and prove value at scale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can't manage what you can't see — and you can't fund what you can't measure.”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ROI-for-agents table ties cost to task completion &amp; time saved (live); Agent 365 inventory + Entra Agent ID shown in portal.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0040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00400"/>
            <a:ext cx="219456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fleet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Studio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291840" y="310896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337560" y="310896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inventory · identity · policy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3108960"/>
            <a:ext cx="2880360" cy="960120"/>
          </a:xfrm>
          <a:prstGeom prst="roundRect">
            <a:avLst>
              <a:gd name="adj" fmla="val 761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858000" y="3108960"/>
            <a:ext cx="278892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ROI for agents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cost ↔ outcome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0058400" y="3200400"/>
            <a:ext cx="14630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10104120" y="3200400"/>
            <a:ext cx="1371600" cy="868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Value + trend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926080" y="356616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217920" y="3566160"/>
            <a:ext cx="5943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9692640" y="356616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200400" y="4279392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246120" y="4279392"/>
            <a:ext cx="30175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· Purview · Defender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720840" y="4279392"/>
            <a:ext cx="31089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66560" y="4279392"/>
            <a:ext cx="30175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cost · completion · time saved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754880" y="4069080"/>
            <a:ext cx="914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229600" y="4069080"/>
            <a:ext cx="914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365 — org-wide inventory, identity and policy for every agent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ROI for agents — connects operating cost to task completion, time saved, value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versions, monitor trends, investigate weak traces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pattern library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