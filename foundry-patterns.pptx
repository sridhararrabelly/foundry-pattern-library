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8" r:id="rId21"/>
    <p:sldId id="274" r:id="rId8"/>
    <p:sldId id="260" r:id="rId9"/>
    <p:sldId id="261" r:id="rId10"/>
    <p:sldId id="276" r:id="rId11"/>
    <p:sldId id="279" r:id="rId28"/>
    <p:sldId id="268" r:id="rId13"/>
    <p:sldId id="277" r:id="rId14"/>
    <p:sldId id="262" r:id="rId12"/>
    <p:sldId id="263" r:id="rId15"/>
    <p:sldId id="267" r:id="rId16"/>
    <p:sldId id="275" r:id="rId17"/>
    <p:sldId id="265" r:id="rId19"/>
    <p:sldId id="264" r:id="rId18"/>
    <p:sldId id="269" r:id="rId20"/>
    <p:sldId id="280" r:id="rId29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5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0.xml"/><Relationship Id="rId19" Type="http://schemas.openxmlformats.org/officeDocument/2006/relationships/slide" Target="slides/slide19.xml"/><Relationship Id="rId20" Type="http://schemas.openxmlformats.org/officeDocument/2006/relationships/slide" Target="slides/slide21.xml"/><Relationship Id="rId21" Type="http://schemas.openxmlformats.org/officeDocument/2006/relationships/slide" Target="slides/slide7.xml"/><Relationship Id="rId22" Type="http://schemas.openxmlformats.org/officeDocument/2006/relationships/slide" Target="slides/slide23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2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 patterns   ·   15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Human approval for consequential tool actions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Model adaptation (fine-tuning &amp; evaluation)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651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651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lifecycle &amp; promotion (dev → test → prod)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Fifteen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  ·   08  AI safety   ·   13  Human approval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approval for consequential tool actions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“Pause the exact tool call. Approval controls intent; authorization still controls access.”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runs immediately · reject creates zero effects · approve + replay creates exactly one.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+ proposed action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approval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exact name + arguments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decision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identity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Change-control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nonce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request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/ reject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tools continue without an approval interruption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 and stale decisions fail closed with zero side effects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Nonce + decision + effect IDs correlate; replay stays exactly once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14  Adaptation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 adaptation (fine-tuning &amp; evaluation)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“Fine-tune stable behavior, not changing knowledge — and prove the gain on untouched data.”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benchmark → reviewed SFT job → identical held-out eval → release gate + cleanup.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never used for training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first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SFT job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 JSONL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eval tier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 + cleanup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metrics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behavior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RAG / Search / Foundry IQ remain the path for changing knowledge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Schema, accuracy, adherence, tokens and latency — not training loss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measured gain or any configured regression means no promotion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  Multi-agent orchestration   ·   09  Cross-cloud interop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 specialists, published as one Foundry-managed Responses endpoint.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  ·   06  Observability   ·   11  Cost   ·   15  Lifecycle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CI gate — relevant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3968496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3968496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3968496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latency telemetry · rate-card cost by agent/version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lifecycle &amp; promotion (dev → test → prod)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“Promote immutable versions behind one endpoint; roll back the selector, not the state.”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Failing candidate blocked · passing candidate pinned · same URL · rollback restores v1 + state.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manifest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commit + aliases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 →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smoke + cloud eval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candidate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prior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 version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 evidence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agent object model — no new legacy Agent Application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 URL does not change across promotion or rollback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OIDC + complete release record; conversation store is not deleted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