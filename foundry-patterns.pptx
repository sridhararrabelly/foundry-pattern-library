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8" r:id="rId13"/>
    <p:sldId id="277" r:id="rId14"/>
    <p:sldId id="262" r:id="rId12"/>
    <p:sldId id="263" r:id="rId15"/>
    <p:sldId id="267" r:id="rId16"/>
    <p:sldId id="275" r:id="rId17"/>
    <p:sldId id="265" r:id="rId19"/>
    <p:sldId id="264" r:id="rId18"/>
    <p:sldId id="269" r:id="rId20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8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 patterns   ·   12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your gateway and cloud — add the agent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879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1879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Twelve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&amp; model access (APIM)        ·        08  AI safety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Foundry Agent Service  ·  03  Microsoft IQ  ·  12  Toolboxes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  Multi-agent orchestration   ·   09  Cross-cloud interop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 specialists, published as one Foundry-managed Responses endpoint.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&amp; release gate   ·   06  Observability   ·   11  Cost &amp; latency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candidate answers, score in Foundry, fail closed; demo mode plants one regression.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+ policy context</a:t>
            </a: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+ model</a:t>
            </a: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relevance · coherence</a:t>
            </a: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answers are generated before cloud evaluation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