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Private Banking scenario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    ·    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 patterns   ·   13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/ Prompt Shields / Content Safety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&amp;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Caching &amp; 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365 &amp; ROI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413241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/ Prompt Shields / Content Safety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13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— Build Skills, Not Agents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— agents that remember the client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— bring your other cloud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Caching &amp; Cost   ·   12  Agent 365 &amp; ROI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&amp; Cost — prompt cache + Model Router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 &amp; ROI — govern and prove value at scale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can't manage what you can't see — and you can't fund what you can't measure.”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ROI-for-agents table ties cost to task completion &amp; time saved (live); Agent 365 inventory + Entra Agent ID shown in portal.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fleet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Studio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91840" y="310896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37560" y="310896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· identity · policy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310896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7889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↔ outcome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058400" y="320040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104120" y="320040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Value + trend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943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69264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0040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24612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· Purview · Defender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72084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· completion · time saved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5488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2960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— org-wide inventory, identity and policy for every agent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 — connects operating cost to task completion, time saved, value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versions, monitor trends, investigate weak traces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