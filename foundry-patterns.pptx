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56032" cy="15544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From AI Gateway to AI Factory</a:t>
            </a:r>
          </a:p>
          <a:p>
            <a:r>
              <a:rPr sz="2200" b="0" i="0">
                <a:solidFill>
                  <a:srgbClr val="C8C6C4"/>
                </a:solidFill>
                <a:latin typeface="Segoe UI"/>
              </a:rPr>
              <a:t>Nine Microsoft Foundry patterns — alongside AWS + your gateway</a:t>
            </a:r>
          </a:p>
          <a:p>
            <a:r>
              <a:rPr sz="1600" b="1" i="0">
                <a:solidFill>
                  <a:srgbClr val="0F6CBD"/>
                </a:solidFill>
                <a:latin typeface="Segoe UI"/>
              </a:rPr>
              <a:t>A Private Banking scenario  ·  Build in GitHub → Run in Foundry → Reach in M365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The wedge: keep your gateway, keep AWS — add the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A gateway gives you MODEL ACCESS.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Your LiteLLM gateway (or Azure API Management) is the right pattern for that — one OpenAI-compatible endpoint, keys, budgets, routing across providers incl. Bedrock.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Foundry gives you the AGENT FACTORY.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The runtime (Plan/Act/Observe), grounding (Microsoft IQ), identity, evaluation, tracing and safety plane AROUND the models — exactly the depth a homegrown factory lacks.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3291840" cy="10058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gateway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LiteLLM / APIM — model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4572000"/>
            <a:ext cx="6400800" cy="1371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the agent factory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runtime · Microsoft IQ · identity · eval · tracing · safety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6240" y="5257800"/>
            <a:ext cx="914400" cy="0"/>
          </a:xfrm>
          <a:prstGeom prst="line">
            <a:avLst/>
          </a:prstGeom>
          <a:ln w="2857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977640" y="51023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add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Run-of-show — four groups,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CONTROL PLANE — make the gateway the single front door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1  Wedge → AI Hub Gateway / Citadel  (0–5)      ·      8  Governance / Prompt Shields  (41–50)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AGENT FACTORY — build the agent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2  Agent Service  (5–10)      ·      3  Microsoft IQ  (10–15)      ·      4  Agentic Loop  (15–20)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ORCHESTRATION &amp; INTEROP — make agents work together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5  Multi-agent (Agent Framework)  (20–25)      ·      9  AWS cross-cloud, MCP / A2A  (50–60)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OPERATE &amp; OPTIMISE — run it in production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6  Observability &amp; tracing  (25–33)      ·      7  Evaluation → optimization  (33–41)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The Wedge → AI Hub Gateway / Citadel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“The gateway gives you model access. Foundry gives you the agent factory.”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OpenAI-shaped call, keyless via Entra ID — 401 without a token, 200 with.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011680" cy="91440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app /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no API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2971800"/>
            <a:ext cx="2468880" cy="10972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Azure AI Gateway (APIM)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validate-azure-ad-token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2468880"/>
            <a:ext cx="26517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model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gpt-5.4-mini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4114800"/>
            <a:ext cx="265176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AWS Bedrock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existing provider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3520440"/>
            <a:ext cx="914400" cy="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69080" y="336499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Entra ID token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680960" y="2880360"/>
            <a:ext cx="1371600" cy="6400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80960" y="30449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managed identity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3520440"/>
            <a:ext cx="1371600" cy="10058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Their LiteLLM gateway stays — zero rip-and-replace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Reframes gateway as commodity; factory as the differentiation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Ships as AI Hub Gateway / Citadel (Foundry + APIM)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 didn't build a runtime, a vector store and an identity system. You called an API — or handed us a container.”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Two hosting models — declarative prompt agent + BYO-code hosted agent — both first-class, both with an Entra Agent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 · Prompt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rm-assistant-prompt (config)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File Search RAG + function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 · Hosted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rm-assistant-hosted (your code)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Your container · Foundry-managed compute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286000"/>
            <a:ext cx="2971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4251960"/>
            <a:ext cx="2743200" cy="749808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Entra Agent ID — governed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251960"/>
            <a:ext cx="3063240" cy="74980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Portal: chat · logs · versions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51460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69264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58952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434840" y="3154680"/>
            <a:ext cx="16687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03620" y="3154680"/>
            <a:ext cx="17830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Prompt-based: model + instructions + tools; File Search RAG (managed vector store)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Hosted: your container on Foundry-managed compute — any framework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governable identity per agent, not a shared IAM role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Microsoft IQ — The Grounding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“Web IQ grounds you in the world. Foundry IQ grounds you in your enterprise.”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Web IQ published as OUR OWN MCP API on APIM — no key, 401; valid key, 200; past the limit, 429.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370832"/>
            <a:ext cx="265176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APIM secret: webiq-api-key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injected inbound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3017520"/>
            <a:ext cx="192024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client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Foundry · Copilot · Bedrock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3017520"/>
            <a:ext cx="1828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APIM MCP API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authN · quota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103120"/>
            <a:ext cx="3566160" cy="56692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Web IQ — cited live 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834640"/>
            <a:ext cx="3566160" cy="56692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Foundry IQ — enterprise knowledge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5661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Fabric IQ — business data · KPIs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297680"/>
            <a:ext cx="35661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Work IQ — M365 org context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3451860"/>
            <a:ext cx="15544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06240" y="329641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sub key only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498080" y="2386584"/>
            <a:ext cx="274320" cy="1065276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498080" y="3118104"/>
            <a:ext cx="274320" cy="333756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98080" y="3451860"/>
            <a:ext cx="274320" cy="397764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98080" y="3451860"/>
            <a:ext cx="274320" cy="1129284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526280" y="3886200"/>
            <a:ext cx="2057400" cy="484632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Tool calls governed like model calls — same gateway, same control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Key custody sits in the gateway — no Web IQ credential client-side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Four layers: web, enterprise, business data, org context — a moat AWS can't match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Agentic Loop — Build Skills, Not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“Don't orchestrate fifty agents. Give one good loop the right skills — and let it reason.”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Plan/Act/Observe loop, N skills-as-folders; engine swapped to Copilot SDK BYOM.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1031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Reason (Plan)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10896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Act — skill /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1605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Observe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697480"/>
            <a:ext cx="219456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SKILL.md ×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069080"/>
            <a:ext cx="2194560" cy="914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Engine: Copilot SDK BYOM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your Azure model + billing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0" y="2491740"/>
            <a:ext cx="1828799" cy="61722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315200" y="3886200"/>
            <a:ext cx="1828799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37760" y="2880360"/>
            <a:ext cx="1188720" cy="16687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3063240"/>
            <a:ext cx="3474719" cy="4343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532119" y="312496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capabilities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80560" y="4526280"/>
            <a:ext cx="457200" cy="22860"/>
          </a:xfrm>
          <a:prstGeom prst="line">
            <a:avLst/>
          </a:prstGeom>
          <a:ln w="22225">
            <a:solidFill>
              <a:srgbClr val="0F6CBD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One loop to maintain vs a brittle handoff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Skills portable across tools/models; add one in minutes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BYOM — proven Copilot loop, your model + your billing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Multi-agent Orchestration (Agent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“Orchestrate specialists when the problem is genuinely parallel — not because a framework let you.”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Request fans out to two specialists concurrently; Compliance returns BLOCK, then aggregate.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1031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9456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Portfolio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411480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Compliance Officer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3063240"/>
            <a:ext cx="2286000" cy="868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Aggregate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389120" y="2583180"/>
            <a:ext cx="1188720" cy="91440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97680" y="288493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concurrent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89120" y="3497580"/>
            <a:ext cx="118872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21040" y="2583180"/>
            <a:ext cx="914400" cy="9144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321040" y="3497580"/>
            <a:ext cx="91440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Managed orchestration (concurrent/sequential/handoff/Magentic)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Open, code-first (SK/AutoGen lineage), model-portable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Honest guidance: default to Pattern 4; escalate when earned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Observability &amp; Tracing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“A real Foundry agent, then one traced turn — same run in the portal AND App Insights. And it's OTel, so it's yours.”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Run enable_tracing.py — agent 'rm-assistant-traced' + its trace in BOTH Foundry Tracing and App Insights.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rm-assistant-traced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invoke_agent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83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9120" y="3246120"/>
            <a:ext cx="3840480" cy="82296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OpenTelemetry spans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tokens · latency · cost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Agents + Tracing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924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Application Insights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160520"/>
            <a:ext cx="27432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Datadog / Grafana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77840" y="2788920"/>
            <a:ext cx="73152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309360" y="2788920"/>
            <a:ext cx="155448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657600" y="4069080"/>
            <a:ext cx="265176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09360" y="4069080"/>
            <a:ext cx="41148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069080"/>
            <a:ext cx="3474720" cy="914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 shows in the Agents list; run traced server-side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Token + cost + latency per span — observability &amp; FinOps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OpenTelemetry — portable to Datadog/Grafana, no lock-in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Evaluation →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“If you can't score it, you can't ship it safely — and you can't optimize it.”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Score the golden set locally AND in Foundry; a wrong 'suitable' tanks groundedness and the CI gate blocks the PR.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17520"/>
            <a:ext cx="2286000" cy="91440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Golden set</a:t>
            </a:r>
          </a:p>
          <a:p>
            <a:pPr algn="ctr"/>
            <a:r>
              <a:rPr sz="850" b="0" i="1">
                <a:solidFill>
                  <a:srgbClr val="201F1E"/>
                </a:solidFill>
                <a:latin typeface="Segoe UI"/>
              </a:rPr>
              <a:t>+ planted wrong row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063240"/>
            <a:ext cx="1737360" cy="82296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926080"/>
            <a:ext cx="246888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Evaluators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groundedness · tool-accuracy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063240"/>
            <a:ext cx="21945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CI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4206240"/>
            <a:ext cx="2194560" cy="68580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FAIL → blocks merge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572000"/>
            <a:ext cx="246888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Evaluations tab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9224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24160" y="3886200"/>
            <a:ext cx="0" cy="32004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4023360"/>
            <a:ext cx="0" cy="5486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Agent-grade evaluators (groundedness, tool-call, intent)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Scores locally + uploads to the Foundry Evaluations tab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CI gate on every PR — regressions can't merge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Governance / Prompt Shields / Content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“Your gateway checks tokens. Foundry checks the attack — even the one hidden in a document.”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LIVE + keyless: Prompt Shields blocks a direct jailbreak and a document-hidden XPIA; a clean question passes.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24028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User 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11480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Client doc — hidden XPIA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971800"/>
            <a:ext cx="274320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jailbreak + indirect (XPIA)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331720"/>
            <a:ext cx="2743200" cy="7772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 →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114800"/>
            <a:ext cx="2743200" cy="77724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BLOCKED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54880" y="2628900"/>
            <a:ext cx="365760" cy="8915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54880" y="3520440"/>
            <a:ext cx="365760" cy="9829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863840" y="2720340"/>
            <a:ext cx="822960" cy="8001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89520" y="29649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allow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0" y="3520440"/>
            <a:ext cx="822960" cy="98298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89520" y="385648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deny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XPIA / indirect-injection defence — rarely built in-house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scoped, conditional-access identity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Purview DSPM for AI — one DLP/audit plane across clouds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AWS Cross-cloud Interop (the close)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“Bedrock runs an agent. Foundry runs the agent factory. MCP and A2A let each cloud do what it's best at.”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Foundry agent calls an AWS tool over MCP (mock Lambda); A2A hands off to a Bedrock agent.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103120"/>
            <a:ext cx="3977639" cy="2926080"/>
          </a:xfrm>
          <a:prstGeom prst="roundRect">
            <a:avLst/>
          </a:prstGeom>
          <a:solidFill>
            <a:srgbClr val="EBF3FB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8296" y="2157984"/>
            <a:ext cx="372160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Microsoft Azure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103120"/>
            <a:ext cx="4434840" cy="2926080"/>
          </a:xfrm>
          <a:prstGeom prst="roundRect">
            <a:avLst/>
          </a:prstGeom>
          <a:solidFill>
            <a:srgbClr val="F7EFE3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88936" y="2157984"/>
            <a:ext cx="4178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AWS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154680"/>
            <a:ext cx="27889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3154680"/>
            <a:ext cx="173736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/ A2A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256032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AWS tool — Lambda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411480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Amazon Bedrock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589020"/>
            <a:ext cx="100584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7726679" y="2926080"/>
            <a:ext cx="365761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726679" y="3589020"/>
            <a:ext cx="365761" cy="8915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223759" y="38793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Wrap, don't rewrite — call AWS tools from Foundry via 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A2A hand-off exposes Foundry agents to Bedrock and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Governance overlay (Entra + Purview) spans both clouds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Segoe UI"/>
              </a:rPr>
              <a:t>Coexistence — and the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Bedrock runs an agent. Foundry runs the agent FACTORY. MCP + A2A join the two.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Keep Bedrock where it works · add Foundry where you have gaps (identity, eval, tracing, grounding, safety) · unify governance with Purview across both clouds.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Foundry  +  Citadel  +  Agentic Patterns.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Platform. Governance at scale. The fastest path to business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