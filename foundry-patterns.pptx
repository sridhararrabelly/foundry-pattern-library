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8" r:id="rId21"/>
    <p:sldId id="274" r:id="rId8"/>
    <p:sldId id="260" r:id="rId9"/>
    <p:sldId id="261" r:id="rId10"/>
    <p:sldId id="276" r:id="rId11"/>
    <p:sldId id="279" r:id="rId28"/>
    <p:sldId id="268" r:id="rId13"/>
    <p:sldId id="277" r:id="rId14"/>
    <p:sldId id="262" r:id="rId12"/>
    <p:sldId id="263" r:id="rId15"/>
    <p:sldId id="281" r:id="rId30"/>
    <p:sldId id="267" r:id="rId16"/>
    <p:sldId id="275" r:id="rId17"/>
    <p:sldId id="265" r:id="rId19"/>
    <p:sldId id="264" r:id="rId18"/>
    <p:sldId id="269" r:id="rId20"/>
    <p:sldId id="280" r:id="rId29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7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2.xml"/><Relationship Id="rId29" Type="http://schemas.openxmlformats.org/officeDocument/2006/relationships/slide" Target="slides/slide23.xml"/><Relationship Id="rId30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 pattern families   ·   16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Human approval for consequential tool actions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Model adaptation (fine-tuning &amp; evaluation)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5A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orchestration (multi-agent coordination)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5B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Workflow orchestration (graph-based pipeline)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/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lifecycle &amp; promotion (dev → test → prod)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Fifteen pattern families in four groups. Sixteen runnable demos.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  ·   08  AI safety   ·   13  Human approval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approval for consequential tool actions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“Pause the exact tool call. Approval controls intent; authorization still controls access.”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runs immediately · reject creates zero effects · approve + replay creates exactly one.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+ proposed action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approval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exact name + arguments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decision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identity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Change-control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nonce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/ reject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tools continue without an approval interruption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 and stale decisions fail closed with zero side effects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Nonce + decision + effect IDs correlate; replay stays exactly once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14  Adaptation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 adaptation (fine-tuning &amp; evaluation)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“Fine-tune stable behavior, not changing knowledge — and prove the gain on untouched data.”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benchmark → reviewed SFT job → identical held-out eval → release gate + cleanup.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never used for training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first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SFT job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 JSONL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eval tier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 + cleanup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behavior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RAG / Search / Foundry IQ remain the path for changing knowledge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Schema, accuracy, adherence, tokens and latency — not training loss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measured gain or any configured regression means no promotion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05A  Agent orchestration   ·   05B  Workflow orchestration   ·   09  Cross-cloud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05A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orchestration (multi-agent coordination)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“Coordinate agents with a reusable pattern; use a graph when the process must own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fans out to specialists; one hosted endpoint returns the fan-in result.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· high-level multi-agent collaboration pattern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5A coordinates agents · 5B controls an explicit process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05B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Workflow orchestration (graph-based pipeline)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“Agents contribute judgment. The workflow owns routing, state and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Mixed code + agent graph · deterministic switch · fail-closed default · checkpoint resume.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risk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executor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Policy + switch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edges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record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typed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message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route</a:t>
            </a: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WorkflowBuilder makes nodes, edges and terminal output inspectable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/ impact rules override model judgment and route exceptions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superstep checkpoints resume to the same audit ID and decision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  ·   06  Observability   ·   11  Cost   ·   15  Lifecycle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169663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3968496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3968496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229600" y="4169663"/>
            <a:ext cx="1636776" cy="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latency telemetry · rate-card cost by agent/version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lifecycle &amp; promotion (dev → test → prod)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“Promote immutable versions behind one endpoint; roll back the selector, not the state.”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Failing candidate blocked · passing candidate pinned · same URL · rollback restores v1 + state.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manifest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commit + aliases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 →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smoke + cloud eval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candidate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prior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version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 evidence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agent object model — no new legacy Agent Application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 URL does not change across promotion or rollback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OIDC + complete release record; conversation store is not deleted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