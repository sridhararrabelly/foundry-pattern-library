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2" r:id="rId12"/>
    <p:sldId id="268" r:id="rId13"/>
    <p:sldId id="277" r:id="rId14"/>
    <p:sldId id="263" r:id="rId15"/>
    <p:sldId id="267" r:id="rId16"/>
    <p:sldId id="275" r:id="rId17"/>
    <p:sldId id="264" r:id="rId18"/>
    <p:sldId id="265" r:id="rId19"/>
    <p:sldId id="269" r:id="rId20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 patterns   ·   12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wedge: keep your gateway, keep your cloud — add the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910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 — make the gateway the single front door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FACTORY — build the agent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Service (prompt and hosted agent)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81981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37719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 — make agents work together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OPERATE &amp; OPTIMISE — run it in production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Twelve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Control plane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gateway the single front door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Wedge → AI Hub Gateway / Citadel        ·        08  Governance / Prompt Shields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 → AI Hub Gateway / Citadel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13  Toolboxes  ·  04  Agentic Loop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Service (prompt and hosted agent)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published as our own MCP API on APIM — the gateway authenticates the caller, holds the key and meters every tool call.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Foundry IQ — Azure AI Search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Caller sends an Entra token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holds the Web IQ key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or model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stays on APIM; callers authenticate with Entra and get metered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IQ layers — world, enterprise, org and business meaning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agents work together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05  Multi-agent orchestration        ·        09  Cross-cloud interop (MCP / A2A)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&amp; optimise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it in production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06  Observability   ·   07  Evaluation   ·   11  Cost &amp; latency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 (CI gate)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